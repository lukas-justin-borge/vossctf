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129A-C351-4EB1-8B7F-5976DCA0A99C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EFF86-43E8-4F81-B010-969439B87D8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5778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EFF86-43E8-4F81-B010-969439B87D83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01332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909C-7FAD-C3F4-AF50-D35D8555D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F2C9D-F8B2-FCDF-5C81-72DD2562D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A6065-EBD6-9837-3EEB-95071D02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C808-D741-9A7B-B4DD-D5A54B5B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3015A-2EC4-8553-5762-2429418C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8559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FD01-6E53-288A-4F6E-F29C5AAA9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CF73F-A015-5207-4050-51F31BB94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334F3-5442-F349-254D-5F457BC3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9E9AE-78E7-C8AD-8B5D-5B723433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E7B73-58EF-BDE5-0CFE-269056B2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076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E553-6C52-EDE3-EAD3-C2CF5607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EC6AF-9479-6343-B9C1-AE99EC6CA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8312-C4B2-0DB7-429D-4D64AABB6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CE6ED-989A-4EB5-A00D-D7891149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5FDA0-D34E-A3BD-69FF-52D3C22D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470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0BBC-9F77-3F9A-1BAD-A74A7564B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65966-9BCB-BA05-C986-8A86C3CA0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DA983-4BBB-A9C1-F178-1FB9EEC79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AEA06-69B2-8230-E436-D2590DC5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78C3-F4FB-E90F-4330-A8B0F790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D9B2E-C15B-CE60-F3C9-5EE41297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8844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A721-23C0-4358-FA81-C58981D8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3A186-E709-5E61-8C07-55F6DCF23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2290E-9F91-FF2B-337A-555B8D88C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05054-B7A9-0708-6172-8CC7B7F7C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DB290-9C7E-1BBF-3E54-11F60A662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62A6E8-79B9-BAFE-C1CC-79E49156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971E8-E71D-8CE0-8623-879A08DB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62E2BC-F016-FE57-CFDF-DB4A9BDC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605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6691-6AE8-4DC6-5945-9A6D54BB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A61C5-8B95-DC64-0265-CD598E07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339A6-BD66-25F7-7EC9-C5BA168F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A8214-3F3E-6843-63F6-4DAA4785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9834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078DC-BA27-D7D5-CBA6-59DEB0D0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4CE0B-20F9-CD4D-19F5-16668084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AE619-86E8-E5AF-E2D3-70DB43C2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5297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6A44-A051-FE56-B6CC-8E307257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417A-984E-3B58-2289-461D55B3D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FEA29-F362-0AA1-8CEB-109633227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D9130-9009-3936-1471-DF767CB9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FC71-E185-D507-2051-87B9F831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29650-F503-3A7A-8D34-D29F4D01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494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0795-86E1-9A6E-F053-626C9F0B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F7787-15C3-8BF0-D23E-2B555AFA2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2C832-189E-2346-4725-E469BE1D1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55B49-BE68-78C4-192C-06F393A4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39F46-A46A-2B4A-9E48-8521E56D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DA57D-4BDD-B180-270B-684AA9EF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732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F4DD-FC1C-AF00-D46E-AB2B732F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5214C-D1C8-E60E-EF5E-E1144A674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AA593-17BB-B6DB-79D8-3DEBFD22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08C16-789A-A25C-A3BD-33486E4E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10087-C0E7-873A-A091-CB4DE235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227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208A20-A366-11EC-142F-DE19451D9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03B45-13D6-3E71-7B84-20C35A07C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C956-A718-1A99-188E-678152EA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3AB61-9FDF-0C29-7131-A3AB5752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DC889-E6E8-8EC4-FD13-7F258FEB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916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7ADE5-F940-7B79-4DA9-83974932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36A41-C73A-4FAF-0B8D-1325F1D19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95C86-A03F-6BE5-B183-81564DF5E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57797-4BE2-4631-98B0-DE62FE16905A}" type="datetimeFigureOut">
              <a:rPr lang="nb-NO" smtClean="0"/>
              <a:t>14.04.2026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E7ED-FB7F-5B69-4355-958729DD3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31FAA-3B37-9A31-619F-8D43E8AF4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0988C-48DA-44C7-8F88-9402C7F14B5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30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tf.lukasjustinborge.com/tool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10D8-5580-149B-E878-9EDD71C0A7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VOSSCTF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C319F-D2F6-D608-9094-35849FCAD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21138"/>
            <a:ext cx="9144000" cy="914400"/>
          </a:xfrm>
        </p:spPr>
        <p:txBody>
          <a:bodyPr/>
          <a:lstStyle/>
          <a:p>
            <a:r>
              <a:rPr lang="nb-NO" dirty="0"/>
              <a:t>Starting guide</a:t>
            </a:r>
          </a:p>
        </p:txBody>
      </p:sp>
      <p:pic>
        <p:nvPicPr>
          <p:cNvPr id="5" name="Graphic 4" descr="Sunglasses face outline outline">
            <a:extLst>
              <a:ext uri="{FF2B5EF4-FFF2-40B4-BE49-F238E27FC236}">
                <a16:creationId xmlns:a16="http://schemas.microsoft.com/office/drawing/2014/main" id="{018CE282-F348-09DF-4066-CA169D4DEA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39783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5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6657-B9EC-A725-A034-6293944E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Hvem er jeg?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F4B32-C00B-15C3-D3D4-9080D7275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Informatikk: Datasikkerhet (UiB)</a:t>
            </a:r>
          </a:p>
          <a:p>
            <a:endParaRPr lang="nb-NO" dirty="0"/>
          </a:p>
          <a:p>
            <a:r>
              <a:rPr lang="nb-NO" dirty="0"/>
              <a:t>Helt Sikker</a:t>
            </a:r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Voss FHS 2022-2023</a:t>
            </a:r>
          </a:p>
          <a:p>
            <a:endParaRPr lang="nb-NO" dirty="0"/>
          </a:p>
          <a:p>
            <a:r>
              <a:rPr lang="nb-NO" dirty="0"/>
              <a:t>Over gjennomsnittet glad i League of Legends B)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E2245-3F56-8DDB-2BBB-8B3CD677F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2662424"/>
            <a:ext cx="1645926" cy="96031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ADFDD2-51B1-E2CA-937B-17B38F3F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536" y="3429000"/>
            <a:ext cx="1789275" cy="210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8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A4A1-2133-8820-84B1-6B66DEA3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837"/>
            <a:ext cx="10515600" cy="1325563"/>
          </a:xfrm>
        </p:spPr>
        <p:txBody>
          <a:bodyPr/>
          <a:lstStyle/>
          <a:p>
            <a:pPr algn="ctr"/>
            <a:r>
              <a:rPr lang="nb-NO" dirty="0"/>
              <a:t>Hva er en CTF?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55B9-188E-0925-8525-C98285432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Capture The Flag</a:t>
            </a:r>
          </a:p>
          <a:p>
            <a:endParaRPr lang="nb-NO" dirty="0"/>
          </a:p>
          <a:p>
            <a:r>
              <a:rPr lang="nb-NO" dirty="0"/>
              <a:t>Konkurranse</a:t>
            </a:r>
          </a:p>
          <a:p>
            <a:endParaRPr lang="nb-NO" dirty="0"/>
          </a:p>
          <a:p>
            <a:r>
              <a:rPr lang="nb-NO" dirty="0"/>
              <a:t>Om å gjøre å finne flest «flagg»</a:t>
            </a:r>
          </a:p>
          <a:p>
            <a:endParaRPr lang="nb-NO" dirty="0"/>
          </a:p>
          <a:p>
            <a:r>
              <a:rPr lang="nb-NO" dirty="0"/>
              <a:t>«Jeopardy»-style</a:t>
            </a:r>
          </a:p>
          <a:p>
            <a:endParaRPr lang="nb-NO" dirty="0"/>
          </a:p>
          <a:p>
            <a:r>
              <a:rPr lang="nb-NO" dirty="0"/>
              <a:t>Mange kategorier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26E57-60C6-34AB-43F2-56B739CC6A48}"/>
              </a:ext>
            </a:extLst>
          </p:cNvPr>
          <p:cNvSpPr txBox="1"/>
          <p:nvPr/>
        </p:nvSpPr>
        <p:spPr>
          <a:xfrm>
            <a:off x="7202424" y="2967335"/>
            <a:ext cx="3724656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b-NO" sz="2400" dirty="0"/>
              <a:t>VOSSCTF{3k53mp3l_fl4gg}</a:t>
            </a:r>
          </a:p>
        </p:txBody>
      </p:sp>
      <p:pic>
        <p:nvPicPr>
          <p:cNvPr id="6" name="Picture 5" descr="Jeopardy!' Champion Jamie Ding Just Made History—Here's How">
            <a:extLst>
              <a:ext uri="{FF2B5EF4-FFF2-40B4-BE49-F238E27FC236}">
                <a16:creationId xmlns:a16="http://schemas.microsoft.com/office/drawing/2014/main" id="{191C98C8-EFE3-6747-BD5D-5C0FBBF98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403" y="4189642"/>
            <a:ext cx="4209669" cy="236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2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1964-E643-6A2B-20FF-95EBE5AE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Kategorier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87661-D4F9-1CCE-886E-2EDAC245F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nb-NO" dirty="0"/>
              <a:t>crypto – Kryptografi (svakheter/dårlig kryptering/lett kryptering)</a:t>
            </a:r>
          </a:p>
          <a:p>
            <a:pPr>
              <a:lnSpc>
                <a:spcPct val="150000"/>
              </a:lnSpc>
            </a:pPr>
            <a:r>
              <a:rPr lang="nb-NO" dirty="0"/>
              <a:t>forensics – finne data i bilder/filer/nettverkslogger</a:t>
            </a:r>
          </a:p>
          <a:p>
            <a:pPr>
              <a:lnSpc>
                <a:spcPct val="150000"/>
              </a:lnSpc>
            </a:pPr>
            <a:r>
              <a:rPr lang="nb-NO" dirty="0"/>
              <a:t>osint – Open Source INTelligence</a:t>
            </a:r>
          </a:p>
          <a:p>
            <a:pPr>
              <a:lnSpc>
                <a:spcPct val="150000"/>
              </a:lnSpc>
            </a:pPr>
            <a:r>
              <a:rPr lang="nb-NO" dirty="0"/>
              <a:t>pwn – finne sikkerhetshull i programmer</a:t>
            </a:r>
          </a:p>
          <a:p>
            <a:pPr>
              <a:lnSpc>
                <a:spcPct val="150000"/>
              </a:lnSpc>
            </a:pPr>
            <a:r>
              <a:rPr lang="nb-NO" dirty="0"/>
              <a:t>reversing – får utlevert program, skal utforske filen og se hvordan den funker</a:t>
            </a:r>
          </a:p>
          <a:p>
            <a:pPr>
              <a:lnSpc>
                <a:spcPct val="150000"/>
              </a:lnSpc>
            </a:pPr>
            <a:r>
              <a:rPr lang="nb-NO" dirty="0"/>
              <a:t>web – finne svakheter i nettsider</a:t>
            </a:r>
          </a:p>
          <a:p>
            <a:pPr>
              <a:lnSpc>
                <a:spcPct val="150000"/>
              </a:lnSpc>
            </a:pPr>
            <a:r>
              <a:rPr lang="nb-NO" dirty="0"/>
              <a:t>misc – andre oppgaver jeg syns var kule :)</a:t>
            </a:r>
          </a:p>
        </p:txBody>
      </p:sp>
    </p:spTree>
    <p:extLst>
      <p:ext uri="{BB962C8B-B14F-4D97-AF65-F5344CB8AC3E}">
        <p14:creationId xmlns:p14="http://schemas.microsoft.com/office/powerpoint/2010/main" val="388952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B817-D274-3ED7-8E99-37EFDBC2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# oppgaver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6022-F2B2-E38A-6B5F-6CFD660A0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nb-NO" dirty="0"/>
              <a:t>crypto – 7</a:t>
            </a:r>
          </a:p>
          <a:p>
            <a:pPr>
              <a:lnSpc>
                <a:spcPct val="150000"/>
              </a:lnSpc>
            </a:pPr>
            <a:r>
              <a:rPr lang="nb-NO" dirty="0"/>
              <a:t>forensics – 4</a:t>
            </a:r>
          </a:p>
          <a:p>
            <a:pPr>
              <a:lnSpc>
                <a:spcPct val="150000"/>
              </a:lnSpc>
            </a:pPr>
            <a:r>
              <a:rPr lang="nb-NO" dirty="0"/>
              <a:t>osint – 5</a:t>
            </a:r>
          </a:p>
          <a:p>
            <a:pPr>
              <a:lnSpc>
                <a:spcPct val="150000"/>
              </a:lnSpc>
            </a:pPr>
            <a:r>
              <a:rPr lang="nb-NO" dirty="0"/>
              <a:t>pwn – 2</a:t>
            </a:r>
          </a:p>
          <a:p>
            <a:pPr>
              <a:lnSpc>
                <a:spcPct val="150000"/>
              </a:lnSpc>
            </a:pPr>
            <a:r>
              <a:rPr lang="nb-NO" dirty="0"/>
              <a:t>reversing – 1</a:t>
            </a:r>
          </a:p>
          <a:p>
            <a:pPr>
              <a:lnSpc>
                <a:spcPct val="150000"/>
              </a:lnSpc>
            </a:pPr>
            <a:r>
              <a:rPr lang="nb-NO" dirty="0"/>
              <a:t>web – 5</a:t>
            </a:r>
          </a:p>
          <a:p>
            <a:pPr>
              <a:lnSpc>
                <a:spcPct val="150000"/>
              </a:lnSpc>
            </a:pPr>
            <a:r>
              <a:rPr lang="nb-NO" dirty="0"/>
              <a:t>misc - 7</a:t>
            </a:r>
          </a:p>
          <a:p>
            <a:pPr>
              <a:lnSpc>
                <a:spcPct val="150000"/>
              </a:lnSpc>
            </a:pPr>
            <a:endParaRPr lang="nb-N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82C9D-F96A-90CA-EE26-919C973F9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02" y="1985761"/>
            <a:ext cx="4401164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4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BCCC-218F-1B19-142C-7929B9F8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Demo!!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1A3A-8D05-437A-E796-CB8FDB526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1050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8C76-00FC-BA57-440F-8F01F27A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Start	-	Slutt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7ED9-F977-AE8D-F62A-84B16C0A8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5181600" cy="88764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nb-NO" sz="6000" dirty="0"/>
              <a:t>10:00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2DDFC-9874-60A5-5E4B-E69EEE043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428999"/>
            <a:ext cx="5181600" cy="274796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nb-NO" sz="6000" dirty="0"/>
              <a:t>15:00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E8DFF-73DA-3337-09E2-156DF9C7297F}"/>
              </a:ext>
            </a:extLst>
          </p:cNvPr>
          <p:cNvSpPr txBox="1"/>
          <p:nvPr/>
        </p:nvSpPr>
        <p:spPr>
          <a:xfrm>
            <a:off x="5341620" y="3300984"/>
            <a:ext cx="1508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60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5367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7591-E8DD-43EB-97BD-0FE09A6F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Tips før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5B2C-3F8B-E180-75B9-EBE7A3E4F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Last ned WSL </a:t>
            </a:r>
            <a:r>
              <a:rPr lang="nb-NO" dirty="0">
                <a:sym typeface="Wingdings" panose="05000000000000000000" pitchFamily="2" charset="2"/>
              </a:rPr>
              <a:t>:) </a:t>
            </a:r>
          </a:p>
          <a:p>
            <a:endParaRPr lang="nb-NO" dirty="0">
              <a:sym typeface="Wingdings" panose="05000000000000000000" pitchFamily="2" charset="2"/>
            </a:endParaRPr>
          </a:p>
          <a:p>
            <a:r>
              <a:rPr lang="nb-NO" dirty="0">
                <a:sym typeface="Wingdings" panose="05000000000000000000" pitchFamily="2" charset="2"/>
              </a:rPr>
              <a:t>Se litt på verktøyene på </a:t>
            </a:r>
            <a:r>
              <a:rPr lang="nb-NO" dirty="0">
                <a:sym typeface="Wingdings" panose="05000000000000000000" pitchFamily="2" charset="2"/>
                <a:hlinkClick r:id="rId3"/>
              </a:rPr>
              <a:t>https://ctf.lukasjustinborge.com/tools</a:t>
            </a:r>
            <a:endParaRPr lang="nb-NO" dirty="0">
              <a:sym typeface="Wingdings" panose="05000000000000000000" pitchFamily="2" charset="2"/>
            </a:endParaRPr>
          </a:p>
          <a:p>
            <a:endParaRPr lang="nb-NO" dirty="0">
              <a:sym typeface="Wingdings" panose="05000000000000000000" pitchFamily="2" charset="2"/>
            </a:endParaRPr>
          </a:p>
          <a:p>
            <a:r>
              <a:rPr lang="nb-NO" dirty="0">
                <a:sym typeface="Wingdings" panose="05000000000000000000" pitchFamily="2" charset="2"/>
              </a:rPr>
              <a:t>Spørsmålsrunde isåfall </a:t>
            </a:r>
          </a:p>
        </p:txBody>
      </p:sp>
    </p:spTree>
    <p:extLst>
      <p:ext uri="{BB962C8B-B14F-4D97-AF65-F5344CB8AC3E}">
        <p14:creationId xmlns:p14="http://schemas.microsoft.com/office/powerpoint/2010/main" val="141779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177</Words>
  <Application>Microsoft Office PowerPoint</Application>
  <PresentationFormat>Widescreen</PresentationFormat>
  <Paragraphs>50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VOSSCTF </vt:lpstr>
      <vt:lpstr>Hvem er jeg?</vt:lpstr>
      <vt:lpstr>Hva er en CTF?</vt:lpstr>
      <vt:lpstr>Kategorier</vt:lpstr>
      <vt:lpstr># oppgaver</vt:lpstr>
      <vt:lpstr>Demo!!</vt:lpstr>
      <vt:lpstr>Start - Slutt</vt:lpstr>
      <vt:lpstr>Tips før start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Justin Borge</dc:creator>
  <cp:lastModifiedBy>Lukas Justin Borge</cp:lastModifiedBy>
  <cp:revision>1</cp:revision>
  <dcterms:created xsi:type="dcterms:W3CDTF">2026-04-14T18:19:53Z</dcterms:created>
  <dcterms:modified xsi:type="dcterms:W3CDTF">2026-04-14T20:07:09Z</dcterms:modified>
</cp:coreProperties>
</file>